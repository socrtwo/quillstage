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svg" ContentType="image/sv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3810240" y="520920"/>
            <a:ext cx="4570920" cy="257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57280"/>
            <a:ext cx="9753120" cy="308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3048120" y="254160"/>
            <a:ext cx="6095880" cy="3429000"/>
          </a:xfrm>
          <a:prstGeom prst="rect">
            <a:avLst/>
          </a:prstGeom>
          <a:ln w="0">
            <a:noFill/>
          </a:ln>
        </p:spPr>
      </p:sp>
      <p:sp>
        <p:nvSpPr>
          <p:cNvPr id="19" name=""/>
          <p:cNvSpPr txBox="1"/>
          <p:nvPr/>
        </p:nvSpPr>
        <p:spPr>
          <a:xfrm>
            <a:off x="1219320" y="4114800"/>
            <a:ext cx="9753480" cy="3429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Welcome everyone.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3048120" y="254160"/>
            <a:ext cx="6095880" cy="3429000"/>
          </a:xfrm>
          <a:prstGeom prst="rect">
            <a:avLst/>
          </a:prstGeom>
          <a:ln w="0">
            <a:noFill/>
          </a:ln>
        </p:spPr>
      </p:sp>
      <p:sp>
        <p:nvSpPr>
          <p:cNvPr id="21" name=""/>
          <p:cNvSpPr txBox="1"/>
          <p:nvPr/>
        </p:nvSpPr>
        <p:spPr>
          <a:xfrm>
            <a:off x="1219320" y="4114800"/>
            <a:ext cx="9753480" cy="3429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Mention renewals.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Qu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760"/>
            <a:ext cx="10515600" cy="13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838080" y="1828800"/>
            <a:ext cx="10515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760"/>
            <a:ext cx="10515600" cy="13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10515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432000" indent="-216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648000" indent="-216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864000" indent="-216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1080000" indent="-216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5" marL="1296000" indent="-216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6" marL="1512000" indent="-216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example.com/repor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840"/>
            <a:ext cx="9144000" cy="23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Quarterly Review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523880" y="3601800"/>
            <a:ext cx="9144000" cy="165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Fiscal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2026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760"/>
            <a:ext cx="10515600" cy="132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Highlights &amp; &lt;Risks&gt;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838080" y="1828800"/>
            <a:ext cx="10515600" cy="43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spcBef>
                <a:spcPts val="1001"/>
              </a:spcBef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Revenue up </a:t>
            </a:r>
            <a:r>
              <a:rPr b="1" lang="en-US" sz="2800" spc="-1" strike="noStrike">
                <a:solidFill>
                  <a:srgbClr val="2f6f8f"/>
                </a:solidFill>
                <a:latin typeface="Calibri"/>
              </a:rPr>
              <a:t>12%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432000" indent="-216000">
              <a:spcBef>
                <a:spcPts val="499"/>
              </a:spcBef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Driven by renewals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16000" indent="-216000">
              <a:spcBef>
                <a:spcPts val="1001"/>
              </a:spcBef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hlinkClick r:id="rId1"/>
              </a:rPr>
              <a:t>the report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"/>
          <p:cNvSpPr/>
          <p:nvPr/>
        </p:nvSpPr>
        <p:spPr>
          <a:xfrm>
            <a:off x="7620120" y="3809880"/>
            <a:ext cx="1523880" cy="1523880"/>
          </a:xfrm>
          <a:prstGeom prst="star5">
            <a:avLst/>
          </a:prstGeom>
          <a:solidFill>
            <a:srgbClr val="ffc000"/>
          </a:solidFill>
          <a:ln w="25560">
            <a:solidFill>
              <a:srgbClr val="7f6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Wow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3000">
        <p:push dir="r"/>
      </p:transition>
    </mc:Choice>
    <mc:Fallback>
      <p:transition spd="slow" advTm="5000">
        <p:push dir="r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760"/>
            <a:ext cx="10515600" cy="132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Numbers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2" name=""/>
          <p:cNvGraphicFramePr/>
          <p:nvPr/>
        </p:nvGraphicFramePr>
        <p:xfrm>
          <a:off x="838080" y="1905120"/>
          <a:ext cx="7620120" cy="1523880"/>
        </p:xfrm>
        <a:graphic>
          <a:graphicData uri="http://schemas.openxmlformats.org/drawingml/2006/table">
            <a:tbl>
              <a:tblPr/>
              <a:tblGrid>
                <a:gridCol w="3809880"/>
                <a:gridCol w="3810240"/>
              </a:tblGrid>
              <a:tr h="761760"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Item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Cost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62120"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Pens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3" name="" descr="A red square"/>
          <p:cNvPicPr/>
          <p:nvPr/>
        </p:nvPicPr>
        <p:blipFill>
          <a:blip r:embed="rId1"/>
          <a:stretch/>
        </p:blipFill>
        <p:spPr>
          <a:xfrm>
            <a:off x="8889840" y="1905120"/>
            <a:ext cx="1270080" cy="1270080"/>
          </a:xfrm>
          <a:prstGeom prst="rect">
            <a:avLst/>
          </a:prstGeom>
          <a:ln w="0">
            <a:noFill/>
          </a:ln>
        </p:spPr>
      </p:pic>
      <p:pic>
        <p:nvPicPr>
          <p:cNvPr id="14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8080" y="3809880"/>
            <a:ext cx="5079960" cy="2540160"/>
          </a:xfrm>
          <a:prstGeom prst="rect">
            <a:avLst/>
          </a:prstGeom>
          <a:ln w="0">
            <a:noFill/>
          </a:ln>
        </p:spPr>
      </p:pic>
      <p:grpSp>
        <p:nvGrpSpPr>
          <p:cNvPr id="15" name=""/>
          <p:cNvGrpSpPr/>
          <p:nvPr/>
        </p:nvGrpSpPr>
        <p:grpSpPr>
          <a:xfrm>
            <a:off x="6350040" y="3809880"/>
            <a:ext cx="2539800" cy="1270080"/>
            <a:chOff x="6350040" y="3809880"/>
            <a:chExt cx="2539800" cy="1270080"/>
          </a:xfrm>
        </p:grpSpPr>
        <p:sp>
          <p:nvSpPr>
            <p:cNvPr id="16" name=""/>
            <p:cNvSpPr/>
            <p:nvPr/>
          </p:nvSpPr>
          <p:spPr>
            <a:xfrm>
              <a:off x="6350040" y="3809880"/>
              <a:ext cx="1143000" cy="1270080"/>
            </a:xfrm>
            <a:prstGeom prst="rect">
              <a:avLst/>
            </a:prstGeom>
            <a:solidFill>
              <a:srgbClr val="c2502a"/>
            </a:solidFill>
            <a:ln w="12600">
              <a:solidFill>
                <a:srgbClr val="6128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7746840" y="3809880"/>
              <a:ext cx="1143000" cy="1270080"/>
            </a:xfrm>
            <a:prstGeom prst="ellipse">
              <a:avLst/>
            </a:prstGeom>
            <a:solidFill>
              <a:srgbClr val="7a9a3a"/>
            </a:solidFill>
            <a:ln w="12600">
              <a:solidFill>
                <a:srgbClr val="61281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2026-10-17T15:57:54Z</dcterms:created>
  <dc:creator>Pat Example</dc:creator>
  <dc:description/>
  <dc:language>en-US</dc:language>
  <cp:lastModifiedBy>Pat Example</cp:lastModifiedBy>
  <dcterms:modified xsi:type="dcterms:W3CDTF">2026-10-17T15:57:54Z</dcterms:modified>
  <cp:revision>0</cp:revision>
  <dc:subject/>
  <dc:title>Quarterly Review</dc:title>
</cp:coreProperties>
</file>